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5408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 i="0">
                <a:solidFill>
                  <a:srgbClr val="232323"/>
                </a:solidFill>
                <a:latin typeface="Calibri"/>
              </a:rPr>
              <a:t>DGE-METRIC Online Training</a:t>
            </a:r>
          </a:p>
          <a:p>
            <a:r>
              <a:rPr sz="2200" b="0" i="0">
                <a:solidFill>
                  <a:srgbClr val="CC071E"/>
                </a:solidFill>
                <a:latin typeface="Calibri"/>
              </a:rPr>
              <a:t>Online Day 2 — Calibration &amp; Scenario Hands-On, then Reserve Requirements: Method &amp;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81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Thursday 23 July 2026 · Morning + Afternoon · 2 × 180 minutes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GIZ Vietnam | DGE-METRIC Program | Online Module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This is Training Day 4, delivered online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2 — MORNING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Calibration &amp; Scenario Hands-On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Codebase navigation, Git/GitHub Desktop, debugging, AI-assisted VS Code · 180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Morning's Agenda — 7 Blocks, 180 Minutes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358"/>
                <a:gridCol w="941966"/>
                <a:gridCol w="6240529"/>
              </a:tblGrid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Objective and setup check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Restate expected outputs; confirm MATLAB/Dynare/paths working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Codebase nav &amp; version control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Trace an equation to its helper; clone + first commit in GitHub Desktop; open in VS Code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Baseline calibration run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Guided execution; interpret diagnostics as a group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Debugging common MATLAB/Dynare errors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Categorize a failure before fixing it; work a broken example together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Finance + efficiency scenario run, AI-VS Code demo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Run your finance scenario vs. base case, and the efficiency scenario vs. PDP8; live AI-assistant demo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Comparison tables, chart &amp; narrative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Build tables for both scenario families; one chart + 4-sentence narrative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Report-out and debrief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Fast report-out across groups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Recap &amp; Setup Check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Yesterday: your finance-scenario metadata sheet and the energy-efficiency scenario metadata sheet, both fully documented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Confirm every group still has both sheets before starting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Setup check: MATLAB, Dynare, and repository paths working for every group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Codebase Navigation &amp; Version Control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ModFiles/ holds Dynare equations — but the parameters/variables they reference are usually set elsewhere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Functions/ holds the MATLAB helpers that compute or set those values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The navigation skill: given an equation, find what it references, and whether that's a calibration input (ExcelFiles/) or a computed value (Functions/)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Version control — no command line required: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Clone the repository and make your first commit using GitHub Desktop's visual interface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Open the same repository in VS Code — the two tools share one Git history; use the Source Control panel alongside GitHub Desktop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BLOCKS 3–4 · 45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Baseline Calibration &amp; Debugging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A calibration run is only usable for scenario comparison once its diagnostics pass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Check: residuals, steady-state convergence, accounting identities, output files generated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Debugging as a categorization skill — find the category before you try a fix: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1. Path error — the run can't find a file it needs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2. Missing or locked input — a required workbook isn't where the run expects, or is open elsewhere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3. Non-convergence — the solver doesn't reach a steady state; check initial values before touching tolerances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4. Syntax/structural error — usually caught by Dynare's own error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Every group should have a valid baseline run before we continue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Finance + Efficiency Scenario Runs, with AI-Assisted VS Code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54100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CC071E"/>
                </a:solidFill>
                <a:latin typeface="Calibri"/>
              </a:rPr>
              <a:t>What runs against 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541004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Finance scenario vs. its matching base case (same emissions pathway, one variable differs)</a:t>
            </a:r>
          </a:p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Energy-efficiency scenario vs. the PDP8 baseline (efficiency coefficients differ)</a:t>
            </a:r>
          </a:p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Identical solver options and horizon for both comparisons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554480"/>
            <a:ext cx="5410047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CC071E"/>
                </a:solidFill>
                <a:latin typeface="Calibri"/>
              </a:rPr>
              <a:t>AI-assisted VS Code (live demo)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65960"/>
            <a:ext cx="5410047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Locate a function/variable, explain unfamiliar code, draft a small edit for review</a:t>
            </a:r>
          </a:p>
          <a:p>
            <a:pPr marL="0" indent="0">
              <a:spcAft>
                <a:spcPts val="10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•  General workflow guidance — not a DGE-METRIC-specific claim</a:t>
            </a:r>
          </a:p>
          <a:p>
            <a:pPr marL="0" indent="0">
              <a:spcAft>
                <a:spcPts val="10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•  Always review AI-suggested edits before applying them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6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Comparison Tables, Chart &amp; Narrative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Finance table: public financing rate, renewable capital stock, GDP, investment, emission-tax revenue, renewable generation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Efficiency table: energy intensity, final energy demand, GDP, investment, energy prices/expenditure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The efficiency scenario's GDP effect accounts for the rebound effect — net, not gross, savings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Pick one indicator with clear policy relevance; build one chart and a 4-sentence narrative: result, mechanism, policy implication, caveat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This Morning's Output &amp; Debrief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 leave with: a calibration diagnostic note; comparison tables and one chart+narrative covering both the finance and efficiency scenarios; a local repository committed to via GitHub Desktop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which transmission channel best explains your finance scenario's difference from its base case? The efficiency scenario's difference from PDP8?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did the AI assistant's suggestion need correcting before you trusted it?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2 — AFTERNOON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Reserve Requirements — Method and Implementation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180 minutes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Afternoon's Agenda — 7 Blocks, 180 Minutes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850"/>
                <a:gridCol w="941966"/>
                <a:gridCol w="6005037"/>
              </a:tblGrid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Frame the question and the caveat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State the policy question; state the DGE-METRIC/toy-model distinction up front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Inputs from Days 1–2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Map which finance- and efficiency-scenario outputs feed a reserve-adequacy analysis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Step 1 — break-even screening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Break-even table; the MC = MB accounting logic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Steps 2–3 — validate, optimize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"Not justified" verdicts; the Step-3 caveat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Implementation: where this lives in DGE-METRIC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Post-processing script vs. structural model change — the ModFiles/Functions pattern, applied to reserves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Draft implementation plan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Choose a carrier; draft mechanism, DGE-METRIC outputs needed, codebase location, open items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Wrap and preview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Confirm plan recorded; preview tomorrow's guided open lab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READ THIS FIRST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Before We Start: A Scope Note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5855" cy="105156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 i="1">
                <a:solidFill>
                  <a:srgbClr val="B26A00"/>
                </a:solidFill>
                <a:latin typeface="Calibri"/>
              </a:rPr>
              <a:t>Today's numbers come from a separate illustrative toy model, not from DGE-METRIC.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DGE-METRIC's own reserve-requirement analysis has not yet been built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The formula, target indicator, and optimality criterion for DGE-METRIC specifically are still [SME REVIEW NEEDED]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Everything today illustrates the METHOD using a stylized small-open-economy model — treat it as training-stage, not as a Vietnam policy answer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BLOCKS 1–2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Policy Question &amp; Inputs Needed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 strategic reserve requirement: a target level of stockpiled/standby capacity held to buffer a supply disruption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"Optimal" means MC = MB: marginal cost of one more unit of coverage equals the marginal benefit (avoided crisis losses)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Inputs needed from Days 1–2: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Energy-carrier demand and import dependence under the efficiency scenario vs. PDP8 baseline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GDP, investment, and fiscal paths under the finance scenarios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Step 1 — Screen: Break-Even Accounting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Compute the annualized cost of holding the reserve, then back out the minimum crisis GDP loss (%) that would make it pay for itself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Baseline GDP (2024): USD 430,000m · crisis probability p: 0.04/yr · break-even divisor: USD 172.0m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Illustrative ranking (lowest to highest break-even bar):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Refined-product tanks (8-day cover) and distributed BESS clear the lowest bar (≈0.16–0.18% of GDP)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90-day imported coal and 6-MTA LNG need the largest crises (≈1.9–2.0% of GDP)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943600"/>
            <a:ext cx="11185855" cy="5669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Illustrative toy-model numbers — not DGE-METRIC outputs.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Steps 2–3 — Validate &amp; Optimize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Step 2 — Validate: feed a 20% and 50% disruption through the toy model's CES production function; read off avoided GDP loss vs. the Step-1 threshold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Illustrative result: every carrier tested comes back "not justified" at both shock sizes under the current calibration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Step 3 — Optimize: search over coverage days for the level maximizing Net Reserve Value (insurance benefit − storage cost)</a:t>
            </a:r>
          </a:p>
          <a:p>
            <a:pPr marL="320040" indent="0">
              <a:spcAft>
                <a:spcPts val="600"/>
              </a:spcAft>
            </a:pPr>
            <a:r>
              <a:rPr sz="1500" b="1" i="0">
                <a:solidFill>
                  <a:srgbClr val="232323"/>
                </a:solidFill>
                <a:latin typeface="Calibri"/>
              </a:rPr>
              <a:t>–  Caveat: the latest run hit the edge of the search grid with a mis-scaled storage-cost figure — treat as provisional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where would this live in the DGE-METRIC codebase?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5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Implementation: Where This Would Live in DGE-METRIC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Reusing the structure-vs-calibration pattern from model modification: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Most plausibly: a post-processing script reading existing DGE-METRIC outputs (energy-carrier demand, import dependence, GDP/investment/fiscal paths) — arithmetic on top of run outputs, not a new structural relationship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If a genuinely endogenous crisis-cost channel were needed inside the model itself, that piece would belong in ModFiles/, with calibration in Functions/ or ExcelFiles/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This implementation pattern is itself provisional until the DGE-METRIC formula is confirmed — teach it as an approach, not a confirmed design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6 · 35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Implementation Plan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Choose one carrier from the break-even table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Document: mechanism (specific to your carrier); DGE-METRIC outputs it would need (name the indicator); where the logic would live in the codebase, and why; what remains [SME REVIEW NEEDED]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Record your plan — you'll complete the full analysis note tomorrow morning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Today's Output &amp; What's Next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2 — Thu 23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 leave with: a documented MC = MB break-even walkthrough for one carrier, and an implementation plan for how the analysis would be built in DGE-METRIC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Tomorrow morning: guided open lab — finish the walkthrough by hand for your chosen carrier and write the full reserve-requirement analysis note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